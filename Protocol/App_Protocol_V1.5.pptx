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A3A3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V1.5</a:t>
            </a:r>
            <a:pPr algn="ctr" indent="0" marL="0">
              <a:buNone/>
            </a:pPr>
            <a:r>
              <a:rPr lang="en-US" sz="1800" dirty="0">
                <a:solidFill>
                  <a:srgbClr val="8A918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（2026-09-29）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84248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帧格式 · 系统层命令 · UHF 控制 · 解锁命令 · 灯控映射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设备经 UART / USB / 以太网与上位机通信，采用统一的请求—响应帧协议。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帧头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0~1024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CRC32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0118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err（data[1]）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526280"/>
          <a:ext cx="52395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2026-08-24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初版定版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 CRC 算法与 HID 传输层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增补行程开关异常灯语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 0x10 / 0x11 双通道；移除 AM 控制章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多标签新状态机；0x11 恢复 AM 控制；电机提速 2000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电机提速 4000；解锁态仅 0x04/0x09；外来缓存扩至 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CRC-32 校验算法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CRC-32 / MPEG-2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生成多项式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0x04C11DB7（正序 · MSB first）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初值 Init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0xFFFFFFFF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输入反射 RefIn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输出反射 RefOut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结果异或 XorOut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字节小端（低字节在前）追加帧尾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0515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校验范围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自帧头（53 77）起，至数据区末尾止 — 不含 CRC 字段本身；逐字节、按位 MSB first 计算。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验证例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握手请求 53 77 01 00 05 00 01 → CRC = 26 2F 69 C5，线上字节序 C5 69 2F 26。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参考实现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crc32_mpeg2(const uint8_t *p, size_t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crc = 0xFFFFFFFF;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(n--)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crc ^= (uint32_t)*p++ &lt;&lt; 24;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8;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crc = (crc &amp; 0x80000000) ? (crc &lt;&lt; 1) ^ 0x04C11DB7 : crc &lt;&lt;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crc;          /* 低字节在前（小端）追加帧尾 */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USB HID 传输层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设备标识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VID 0x5377 · PID 0x5378 · 产品名 SwCcrd · bcdDevice 0x0200 · 自供电 100 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 0 · HID 类（class 03 / subclass 00 / protocol 00）· 报告描述符 43 字节 · 无报告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输出报告（上位机→设备）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[0x00] + 帧流（每报告 64 字节，有效载荷 ≤ 63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输入报告（设备→上位机）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[0x02] + 帧流（每个报告均带此头字节，含续包）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帧长 &gt; 63 字节时跨多报告续传，帧流按序拼接；帧与帧首尾相接，按 53 77 同步头与长度域切分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2461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完整交互示例 — 握手 0x01（单报告即可承载，剩余字节补零）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37033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00 53 77 01 00 05 00 01 C5 69 2F 26                  ← [0x00] + 请求帧（11 B）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: 02 53 77 01 00 21 00 FE 00 03 01 1C D9 37 30 38 33 0B 00 39 35 37 39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9D 43 A2 4D 01 00 00 00 00 00 C2 01 00 25 56 0B 38  ← [0x02] + 响应帧（39 B）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时序注意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握手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软件复位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控制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超高频读写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开锁业务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 解锁 0x10 / AM 解锁 0x11、取消、状态与进度查询、事件推送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本文件仅公开系统层、UHF 与解锁命令；其余功能码（电机、灯、自检、IO、消磁器 0x22 等）为厂商内部接口。消磁器按默认参数自主运行，全程不受设备控制。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ProtoVer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协议版本号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设备运行状态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芯片唯一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UidHash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 哈希（小端）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应用层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累计升级次数（小端）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BaudRate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当前波特率（小端）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ProtoVer=3 · Layer=1 · Baud=115200（实测）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设备通信地址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724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Addr=1 · 硬件 C8T6_V1.0（实测）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成功（回帧后复位）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result=0，回帧后设备复位重启（实测）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盘点时限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{rssi, epcLen,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张在位标签，rssi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起始地址（字）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读取字数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已受理；读回数据经 0x0A 拉取（实测）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 / addr / len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命令已受理下发（实测）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链路正常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state=1 · link=0 · total=2（实测）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返回当前 7 字节配置（实测）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发射功率 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天线号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checksumEn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 校验使能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目标标志 A/B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频段（按模块支持）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err=0，配置已接受并保存（实测）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{epcLen, rssi,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张缓冲标签，epcLen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检测通过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天线正常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antRl / antVswr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2+2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antOk=1 · antRl=90 · VSWR=210（实测）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扫描周期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扫描已启动（实测）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4300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 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 PARAM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未就绪 NOT READY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链路故障 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无标签 NO 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 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取消当前操作，回到空闲。解锁流程进行中仅允许本命令、0x05 状态查询与 0x09 进度查询；取消立即回 OK，流程由各自终帧（0x10 / 0x11）以 endReason=6 报告（0x10 升起段取消先安全回降再结账；0x11 无机械段，窗内即回）。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取消当前解锁流程；磁块安全回降后回帧。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err=0（实测，空闲态取消）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查询开锁业务状态机与计数快照。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空闲 / 1 等放标 / 2 校对 / 3 升起 / 4 回降 / 5 软标计数 / 7 保持 / 8 完成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hm / sc / su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硬标期望 / 软标期望 / 软标已解（各 2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faultReason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最近故障原因诊断码，0 = 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查询状态机；回帧含 state 与硬 / 软标计数快照。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state=0 空闲 · 计数全 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解锁流程中拉取实时进度（V1.4 起 0x10 / 0x11 统一 v2 布局，14 字节）；无流程时 phase = 0、计数全零。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phase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无 / 1 等放标 / 3 升起 / 4 回降 / 5 计数(0x11) / 7 顶部保持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holdMs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自受理已过 ms（3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/ confirmed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名单张数 / 当前稳定在场数 / 位图（bit n = 第 n 张在场）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softCnt / softDone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0x10：升至顶次数 / 报警次数 · 0x11：目标数 / 已解锁数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lastCycle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最近电机事件：0 无 / 1 升至顶 / 2 全失回降 / 3 介入回降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motorPh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静止 / 1 上行 / 2 在顶 / 3 下行（0x11 恒 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flags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位图：稳定在场 / 介入 / 报警 / 红外遮挡 / 消磁中(0x11)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 · v2 布局）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拉取实时进度：phase / 计时 / 位图 / 电机子状态 / 标志位。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phase=7 保持 · 已过 300ms · 2/2 确认 · 在顶 · 位 09 = 稳定在场 + 红外遮挡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EPC 解锁（V1.4 重设计）：下发超时窗 + 名单 1~10 张变长 EPC；任意非空子集稳定在场 + 红外遮挡 → 升起 → 在场即保持，异常报警快速下行、恢复再升，循环至超窗（详见流程图页）。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流程超时窗秒（u16 小端，&gt;0，上限 600 钳位）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名单张数 1 ~ 10（内部 10 槽缓冲）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+ 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每张：长度 1 ~ 12 + EPC 字节，变长重复 × 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尾随保留字节忽略（不校验）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结束原因（见错误码页）/ 最终确认位 bit n = 第 n 张在场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 / 降实际微步数（各 2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自受理至终帧整秒（0xFFFF 封顶）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 / fgnSeen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升至顶次数 / 异常报警次数 / 是否出现过外来介入（0/1）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名单内 EPC 不得重复（违者 err=2）；外来标签 = 不在名单内的 EPC 累计读到 2 次即介入。蜂鸣仅三处 — 异常报警期间每 500ms 鸣 50ms、流程结束 ALL_OK 鸣 1 s，其余静默；CANCEL 随时安全回降 + 全状态复原。解锁态内仅响应 0x04 取消 / 0x09 进度查询，其余一律 BUSY。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2 标签名单（tmo=30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流程窗 30 s · 名单 AA×6 + 55×6。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在顶结账 · 升 1 次 · 报警 1 次。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536692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5732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0x0B 标签稳定确认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79272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12190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张稳定在场 · 81 ms 判据。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解锁（V1.4 恢复消磁控制）：受理即切消磁模式 → 逐帧即时计数（一条 = 一张，无等待无稳定判定）→ 达标 / 超窗即挂起消磁 → 蜂鸣 1 s + 绿三闪结账，全程不动电机（详见流程图页）。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期望张数 0 ~ 255；0 = 无计数门受理即结账 ALL_OK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计数窗秒（u16 小端，&gt;0，上限 16000）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保留位（设备不解释，终帧原样回显）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ALL_OK 达标 / 3 TIMEOUT 窗满 / 6 ABORTED 取消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0（全程不动电机）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自受理至终帧整秒（u16）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 / deactDone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目标数回显 / 实际解锁数（窗满如实上报部分完成数）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 / 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deactFail：1 = 挂起确认失败（解码器可能仍在消磁），其余恒 0；rsv 原样回显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达标检查优先于窗满（同拍边界）；逐帧即时入账，无窗末宽限。挂起确认失败的残余消磁风险无法根除（解码器自行恢复行为，客户已知）。CANCEL：立即尽力挂起 + ABORTED（无机械段）。蜂鸣仅达标 / 结束一处 — 1 s；每张消磁成功无蜂鸣，仅绿单闪。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3 张（tmo=120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期望消磁 3 张 · 计数窗 120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3/3 达标 · 挂起成功。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362956"/>
            <a:ext cx="320040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39953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0x0E 每解锁一张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61898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579272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done=1 · 一张一帧 · 白单闪。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/ 0x11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错误码（终帧 data[1]）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BUSY（须先取消）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启动 / 链路失败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未回零 / 行程开关错误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/ 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电机故障 / 电机超时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 链路 / 切模式失败（0x11）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光电等待窗满（0x10 · 已废除通道保留）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ALL_OK：0x10 超窗时在顶（曾升起保持）/ 0x11 计数达标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（V1.4 起 0x10 不再触发，保留码位）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超窗未在顶（未升起 / 异常回降后未恢复）/ 0x11 计数窗满未达标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链路失联（0x10）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 0x04 取消（0x11 无机械段，窗内即回）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92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全程不动电机：err 7 / 8 / 9 对 0x11 不可达（编码保留兼容）；受理切消磁失败 3 次重试后按 err=10 结账，挂起失败仅终帧 deactFail=1 如实上报。0x0A 多标签解锁已停用（任意请求回 err=2）。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解锁流程图（0x10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67328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前置检查（空闲 · 已回零）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3610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0x10（tmo · epcCnt · len+EPC×n）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3610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783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783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0x0F（白慢闪 · phase=1）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36108" y="2130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 0x22 多标签（蓝慢闪 · 10 槽）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3610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361688" y="26151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6151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非空子集稳定 + 红外遮挡 且无介入？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36108" y="31272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154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升起至顶（4000 微步/s · 绿常亮）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6108" y="3502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在顶保持：在场即保持 · 盘点监守不停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3610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361688" y="39867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39867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外来介入 / 名单全失？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36108" y="44988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526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4526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超窗回降 KEY_DOWN → 终帧（在顶 ALL_OK）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50608" y="4242816"/>
            <a:ext cx="123444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178040" y="3950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92440" y="3557016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11312" y="3557016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异常报警 + 快速下行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 50 ms 亮 / 50 ms 灭闪（持续）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50 ms · 每 500 ms 一拍（同步）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外来稳定消失（1.5 s）且子集恢复 → 经红外门重新升起，循环至超窗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527548" y="2980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45836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继续保持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29000" y="2414016"/>
            <a:ext cx="0" cy="4572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29000" y="2871216"/>
            <a:ext cx="612648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headEnd type="triangle"/>
          </a:ln>
        </p:spPr>
      </p:sp>
      <p:sp>
        <p:nvSpPr>
          <p:cNvPr id="39" name="Text 36"/>
          <p:cNvSpPr/>
          <p:nvPr/>
        </p:nvSpPr>
        <p:spPr>
          <a:xfrm>
            <a:off x="2212848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继续盘点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前置失败（忙 / 未回零）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 / err = 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154680" y="1042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48640" y="1188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1188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帧非法（tmo=0 / 张数 / 重复 EPC）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154680" y="1499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48640" y="25603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25603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超窗未在顶（未升 / 未恢复）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154680" y="28712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548640" y="3017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3017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失联 5 s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4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154680" y="3328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48640" y="43891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43891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任意阶段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安全回降 · endReason = 6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154680" y="47000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8092440" y="5623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阶段失败码：err=3/4 UHF 启动或链路 · err=8/9 电机（自动回退安全位）。解锁态内仅受理 0x04 取消 / 0x09 查询，其余命令一律 BUSY。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判据：稳定在场 = 首读起 1.5 s 内无 1.5 s 级断读；外来介入 = 非名单 EPC 累计读到 2 次，1.5 s 未再读即消失。任意非空子集在场均有效。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解锁流程图（0x11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960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21608" y="960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0x11（amCnt · tmo · rsv）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3268" y="1307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4173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1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0x0F（phase=5 · winMs=tmo×1000）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3268" y="17647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874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切消磁模式（回显确认 · 重试 3 次）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3268" y="2221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53128" y="22494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1608" y="22494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确认成功？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3268" y="27614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7889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788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 tmo 秒：逐帧即时入账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3268" y="31363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246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3246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每解锁一张 · 推 0x0E（白单闪 · 无蜂鸣）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3268" y="3593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453128" y="36210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21608" y="36210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已解锁数 ≥ amCnt？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3268" y="41330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160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4160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挂起切仅检测（失败 amFail=1 上报）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73268" y="4507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6177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21608" y="4617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1 s + 绿三闪 · 终帧（rise/lower 恒 0）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64708" y="39867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24128" y="3749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继续等（回计数窗）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813048" y="3877056"/>
            <a:ext cx="0" cy="-9144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13048" y="2962656"/>
            <a:ext cx="22860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5486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243230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243230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计数窗满未达标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 2 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38953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窗内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6（尽力挂起 · 无机械段）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53583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53583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帧长 / tmo=0 非法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66385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66385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切消磁模式失败（3 次重试）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10 · 红双闪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92440" y="13716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11312" y="1481328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消磁控制（V1.4 恢复）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受理即切消磁模式，达标 / 超窗 / 取消即挂起（切仅检测）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模式切换经回显确认，失败重试 3 次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每收到一条消磁成功帧立即入账一计（无等待无稳定判定）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挂起确认失败不阻塞结账，终帧 deactFail=1 如实上报（解码器自行恢复风险，客户已知）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092440" y="4023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11312" y="413308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全程不动电机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达标仅蜂鸣 1 s + 绿三连闪结账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rise / lower 恒 0 · 无升起 / 保持 / 回降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amCnt=0：受理即达标即时结账 ALL_OK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每张消磁成功由 0x0E 推送帧实时上报（done 累计计数）；整体进度经 0x09 进度查询拉取（phase=5 计数窗 · flags 位4=消磁中）。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521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143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等待名单标签 + 红外遮挡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6304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499616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490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连续盘点进行中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10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1847088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379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名单标签稳定确认（无蜂鸣）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15798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185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 3 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外来（非名单）标签失配（瞬时）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0545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254203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532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快闪（50/50）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异常报警：外来介入 / 名单全失（持续至解除）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85292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26680" y="2889504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2880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已开锁（升起 / 在顶保持）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20040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26680" y="3236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AM 计数窗（消磁运行中）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5478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26680" y="358444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3575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575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一张消磁成功（无蜂鸣）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389534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9227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 2 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3922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超窗未达成（0x10 未在顶 / 0x11 窗满）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4281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427939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2702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解锁流程完成（ALL_OK 鸣 1 s）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59028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26864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链路失败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493776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26680" y="4974336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965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常亮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设备故障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2852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26680" y="532180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38160" y="5312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0104120" y="5312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563270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26680" y="5669280"/>
            <a:ext cx="274320" cy="274320"/>
          </a:xfrm>
          <a:prstGeom prst="ellipse">
            <a:avLst/>
          </a:prstGeom>
          <a:solidFill>
            <a:srgbClr val="C355B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0" y="5660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10104120" y="5660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726680" y="598017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726680" y="601675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38160" y="6007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65" name="Text 62"/>
          <p:cNvSpPr/>
          <p:nvPr/>
        </p:nvSpPr>
        <p:spPr>
          <a:xfrm>
            <a:off x="10104120" y="6007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回零 / 自检进行中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7726680" y="632764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灯语与流程阶段一一对应，操作人员凭灯光颜色与节奏即可判断当前进度；单闪类（绿 / 白）为瞬时提示，闪毕回落当前阶段稳态灯语。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蜂鸣三处：0x10 异常报警期间红灯 50/50 闪同步每 500 ms 鸣 50 ms（持续至异常解除）、流程结束 ALL_OK 鸣 1 s（伴随绿三连闪）、0x11 达标鸣 1 s；标签确认与每张消磁成功均无蜂鸣，超时 / 取消无鸣。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/ 黄快闪为行程开关异常诊断灯语（优先级最高）：上行程异常 = 黄快闪、下行程异常 = 紫快闪、两路同错亦显黄快闪；应停机检修并联系厂商。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红灯常亮表示设备故障（行程开关异常除外，见紫 / 黄快闪），请结合 0x23 05 状态查询定位原因。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V1.5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V1.5 于 2026-09-29 发布：电机全腿提速 4000 微步/s（全行程约 2 s）；解锁流程进行中收紧为仅响应 0x04 停止 / 0x09 进度两条指令，其余一律 BUSY；外来标签追踪缓存扩至 10 张。0x10 多标签名单状态机与 0x11 AM 消磁控制沿用 V1.4 设计。历史变更见版本说明。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V1.5</dc:title>
  <dc:subject>PptxGenJS Presentation</dc:subject>
  <dc:creator>ZLR5401</dc:creator>
  <cp:lastModifiedBy>ZLR5401</cp:lastModifiedBy>
  <cp:revision>1</cp:revision>
  <dcterms:created xsi:type="dcterms:W3CDTF">2026-09-29T12:24:08Z</dcterms:created>
  <dcterms:modified xsi:type="dcterms:W3CDTF">2026-09-29T12:24:08Z</dcterms:modified>
</cp:coreProperties>
</file>